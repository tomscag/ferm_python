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dfd01d23848b0" /><Relationship Type="http://schemas.openxmlformats.org/officeDocument/2006/relationships/extended-properties" Target="/docProps/app.xml" Id="Rf28d52906b2c4bbb" /><Relationship Type="http://schemas.openxmlformats.org/officeDocument/2006/relationships/officeDocument" Target="/ppt/presentation.xml" Id="Rdfb95fd23c8c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429dc48f2240fb"/>
  </p:sldMasterIdLst>
  <p:notesMasterIdLst>
    <p:notesMasterId xmlns:r="http://schemas.openxmlformats.org/officeDocument/2006/relationships" r:id="Re50757304c0e43ae"/>
  </p:notesMasterIdLst>
  <p:sldIdLst>
    <p:sldId xmlns:r="http://schemas.openxmlformats.org/officeDocument/2006/relationships" id="256" r:id="R2a38b4298a1b4eac"/>
    <p:sldId xmlns:r="http://schemas.openxmlformats.org/officeDocument/2006/relationships" id="257" r:id="Rc3b2b882643a4044"/>
    <p:sldId xmlns:r="http://schemas.openxmlformats.org/officeDocument/2006/relationships" id="258" r:id="R16bb647068944966"/>
    <p:sldId xmlns:r="http://schemas.openxmlformats.org/officeDocument/2006/relationships" id="259" r:id="R989645adf5b7406e"/>
    <p:sldId xmlns:r="http://schemas.openxmlformats.org/officeDocument/2006/relationships" id="260" r:id="Reb757b71d08f4e78"/>
    <p:sldId xmlns:r="http://schemas.openxmlformats.org/officeDocument/2006/relationships" id="261" r:id="R120a3a82f1c14dcd"/>
    <p:sldId xmlns:r="http://schemas.openxmlformats.org/officeDocument/2006/relationships" id="262" r:id="R0f57dca9285a4727"/>
    <p:sldId xmlns:r="http://schemas.openxmlformats.org/officeDocument/2006/relationships" id="263" r:id="Reac75c86027c4f8f"/>
    <p:sldId xmlns:r="http://schemas.openxmlformats.org/officeDocument/2006/relationships" id="264" r:id="Rccf6b46c652f441f"/>
    <p:sldId xmlns:r="http://schemas.openxmlformats.org/officeDocument/2006/relationships" id="265" r:id="R075ec6d30faf4f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2ff733d03543ea" /><Relationship Type="http://schemas.openxmlformats.org/officeDocument/2006/relationships/slideMaster" Target="/ppt/slideMasters/slideMaster1.xml" Id="Rdd429dc48f2240fb" /><Relationship Type="http://schemas.openxmlformats.org/officeDocument/2006/relationships/notesMaster" Target="/ppt/notesMasters/notesMaster1.xml" Id="Re50757304c0e43ae" /><Relationship Type="http://schemas.openxmlformats.org/officeDocument/2006/relationships/presProps" Target="/ppt/presProps.xml" Id="R879ccf0547a444f4" /><Relationship Type="http://schemas.openxmlformats.org/officeDocument/2006/relationships/viewProps" Target="/ppt/viewProps.xml" Id="Rbbe0e0efe65e44f6" /><Relationship Type="http://schemas.openxmlformats.org/officeDocument/2006/relationships/tableStyles" Target="/ppt/tableStyles.xml" Id="R719e97171c404342" /><Relationship Type="http://schemas.openxmlformats.org/officeDocument/2006/relationships/slide" Target="/ppt/slides/slide1.xml" Id="R2a38b4298a1b4eac" /><Relationship Type="http://schemas.openxmlformats.org/officeDocument/2006/relationships/slide" Target="/ppt/slides/slide2.xml" Id="Rc3b2b882643a4044" /><Relationship Type="http://schemas.openxmlformats.org/officeDocument/2006/relationships/slide" Target="/ppt/slides/slide3.xml" Id="R16bb647068944966" /><Relationship Type="http://schemas.openxmlformats.org/officeDocument/2006/relationships/slide" Target="/ppt/slides/slide4.xml" Id="R989645adf5b7406e" /><Relationship Type="http://schemas.openxmlformats.org/officeDocument/2006/relationships/slide" Target="/ppt/slides/slide5.xml" Id="Reb757b71d08f4e78" /><Relationship Type="http://schemas.openxmlformats.org/officeDocument/2006/relationships/slide" Target="/ppt/slides/slide6.xml" Id="R120a3a82f1c14dcd" /><Relationship Type="http://schemas.openxmlformats.org/officeDocument/2006/relationships/slide" Target="/ppt/slides/slide7.xml" Id="R0f57dca9285a4727" /><Relationship Type="http://schemas.openxmlformats.org/officeDocument/2006/relationships/slide" Target="/ppt/slides/slide8.xml" Id="Reac75c86027c4f8f" /><Relationship Type="http://schemas.openxmlformats.org/officeDocument/2006/relationships/slide" Target="/ppt/slides/slide9.xml" Id="Rccf6b46c652f441f" /><Relationship Type="http://schemas.openxmlformats.org/officeDocument/2006/relationships/slide" Target="/ppt/slides/slide10.xml" Id="R075ec6d30faf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7b6374a8e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82c04c5634390" /><Relationship Type="http://schemas.openxmlformats.org/officeDocument/2006/relationships/notesMaster" Target="/ppt/notesMasters/notesMaster1.xml" Id="Rbc4be91c344d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75e1b4917a40f4" /><Relationship Type="http://schemas.openxmlformats.org/officeDocument/2006/relationships/notesMaster" Target="/ppt/notesMasters/notesMaster1.xml" Id="R7b500ba2ecf6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882fceae7f4f78" /><Relationship Type="http://schemas.openxmlformats.org/officeDocument/2006/relationships/notesMaster" Target="/ppt/notesMasters/notesMaster1.xml" Id="R6ea536a32ed0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e9df61ebc47a3" /><Relationship Type="http://schemas.openxmlformats.org/officeDocument/2006/relationships/notesMaster" Target="/ppt/notesMasters/notesMaster1.xml" Id="R382b0181e20c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6d8feb32aa442c" /><Relationship Type="http://schemas.openxmlformats.org/officeDocument/2006/relationships/notesMaster" Target="/ppt/notesMasters/notesMaster1.xml" Id="R99b9136df52c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2e5fb736a84f81" /><Relationship Type="http://schemas.openxmlformats.org/officeDocument/2006/relationships/notesMaster" Target="/ppt/notesMasters/notesMaster1.xml" Id="Ra71a2eed495643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a42a56bbca4c80" /><Relationship Type="http://schemas.openxmlformats.org/officeDocument/2006/relationships/notesMaster" Target="/ppt/notesMasters/notesMaster1.xml" Id="Rf15257f40fee43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e31394f9547fc" /><Relationship Type="http://schemas.openxmlformats.org/officeDocument/2006/relationships/notesMaster" Target="/ppt/notesMasters/notesMaster1.xml" Id="Re9d3009df58346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df381b6ab64c32" /><Relationship Type="http://schemas.openxmlformats.org/officeDocument/2006/relationships/notesMaster" Target="/ppt/notesMasters/notesMaster1.xml" Id="Rdad6127297c841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43b070c3b544d7" /><Relationship Type="http://schemas.openxmlformats.org/officeDocument/2006/relationships/notesMaster" Target="/ppt/notesMasters/notesMaster1.xml" Id="Rd180ce517a64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80cd9a8e1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dfb8ee53f04a0f" /><Relationship Type="http://schemas.openxmlformats.org/officeDocument/2006/relationships/slideLayout" Target="/ppt/slideLayouts/slideLayout1.xml" Id="R8f89d58a03704b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9d58a03704b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bc299b50e4e39" /><Relationship Type="http://schemas.openxmlformats.org/officeDocument/2006/relationships/notesSlide" Target="/ppt/notesSlides/notesSlide1.xml" Id="R8847344e1f47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c28cc31f4475d" /><Relationship Type="http://schemas.openxmlformats.org/officeDocument/2006/relationships/notesSlide" Target="/ppt/notesSlides/notesSlide2.xml" Id="R1804a4141baf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1c6e4da864c91" /><Relationship Type="http://schemas.openxmlformats.org/officeDocument/2006/relationships/image" Target="/ppt/media/image.png" Id="R9f3984fbe8d348ea" /><Relationship Type="http://schemas.openxmlformats.org/officeDocument/2006/relationships/notesSlide" Target="/ppt/notesSlides/notesSlide3.xml" Id="R159b6d233f84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8e1ded73d4551" /><Relationship Type="http://schemas.openxmlformats.org/officeDocument/2006/relationships/image" Target="/ppt/media/image2.png" Id="Rbbed3851d8904c1d" /><Relationship Type="http://schemas.openxmlformats.org/officeDocument/2006/relationships/image" Target="/ppt/media/image3.png" Id="Rb3fe85933ae5437f" /><Relationship Type="http://schemas.openxmlformats.org/officeDocument/2006/relationships/notesSlide" Target="/ppt/notesSlides/notesSlide4.xml" Id="Rd6bccc2a4697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737546038451e" /><Relationship Type="http://schemas.openxmlformats.org/officeDocument/2006/relationships/image" Target="/ppt/media/image4.png" Id="Rbd599c684d524750" /><Relationship Type="http://schemas.openxmlformats.org/officeDocument/2006/relationships/notesSlide" Target="/ppt/notesSlides/notesSlide5.xml" Id="Re8a00b4113124d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a131750934287" /><Relationship Type="http://schemas.openxmlformats.org/officeDocument/2006/relationships/image" Target="/ppt/media/image5.png" Id="R1af21d005d0944f1" /><Relationship Type="http://schemas.openxmlformats.org/officeDocument/2006/relationships/notesSlide" Target="/ppt/notesSlides/notesSlide6.xml" Id="R5c56b1dea09646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cf3c1e3c14318" /><Relationship Type="http://schemas.openxmlformats.org/officeDocument/2006/relationships/image" Target="/ppt/media/image6.png" Id="R777bca360053431d" /><Relationship Type="http://schemas.openxmlformats.org/officeDocument/2006/relationships/image" Target="/ppt/media/image7.png" Id="Rff87d0817927446d" /><Relationship Type="http://schemas.openxmlformats.org/officeDocument/2006/relationships/notesSlide" Target="/ppt/notesSlides/notesSlide7.xml" Id="R6fc7df2648e5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faddbbb5249cf" /><Relationship Type="http://schemas.openxmlformats.org/officeDocument/2006/relationships/notesSlide" Target="/ppt/notesSlides/notesSlide8.xml" Id="R368cd68f9f3b4b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70a16d6b4316" /><Relationship Type="http://schemas.openxmlformats.org/officeDocument/2006/relationships/image" Target="/ppt/media/image8.png" Id="R4769069a0ed948fe" /><Relationship Type="http://schemas.openxmlformats.org/officeDocument/2006/relationships/notesSlide" Target="/ppt/notesSlides/notesSlide9.xml" Id="R7684f2385f1d43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874dee9ff421e" /><Relationship Type="http://schemas.openxmlformats.org/officeDocument/2006/relationships/notesSlide" Target="/ppt/notesSlides/notesSlide10.xml" Id="R3fc511c0f0a94f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D4886-8400-4530-92E1-AC09372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CD30-D2CD-44E4-B528-7557718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F3E88-4B0E-418F-B97C-2AFB32B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47E65-1376-43DD-869B-22BA3FA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A2617-6883-4F34-85AC-E367BE25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A7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79B"/>
                </a:solidFill>
                <a:latin typeface="Aptos"/>
                <a:ea typeface="Aptos"/>
                <a:cs typeface="Aptos"/>
              </a:rPr>
              <a:t>PROJECT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9BF50-7BCE-4682-B424-2D4A4E2B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Relational FERM: il meccanismo funziona, il nodo empirico è la normalizzazione.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FFF25-CCB8-44CE-B9CD-95F817A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Sanity check controllato, risultati su dati reali, e decisione metodologica su scaling e combinazione delle feature.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A803-2A0E-406E-B2F8-3ECEDE0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84942-97B9-4613-825B-86F8991B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rPr>
              <a:t>L(D, M) = L(D | M) + L(M)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2A1E3-5072-449C-8338-97741B9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Obiettivo: non vendere FERM come black box predittiva, ma capire se aggiungere informazione interpretabile migliora RM abbastanza da giustificare il costo del modello.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7775C-F13F-4173-8BBC-F6793E6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82534-D349-4DB2-B996-8B6360D6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Tesi centrale: FERM passa un test controllato; sui dati reali il collo di bottiglia è come costruiamo, normalizziamo e combiniamo Sigma.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134E1-5956-4EA7-A774-4B90E60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4254581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B3BF0-C807-4E38-8ED3-106F03D8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E0F2B-0915-4780-A903-445DBAFF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A136E-B260-4890-B98A-A87E123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EB9DB-804C-4834-B767-0D4B8A2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84DCF-EC21-42BE-9C83-44A2EEFD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B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7BB9"/>
                </a:solidFill>
                <a:latin typeface="Aptos"/>
                <a:ea typeface="Aptos"/>
                <a:cs typeface="Aptos"/>
              </a:rPr>
              <a:t>NARRATIVE ARC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FD6D2-0661-49DC-9B50-33C7218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La storia è in tre passaggi: prima il meccanismo, poi i dati reali, infine la normalizzazione.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D9826-E571-4C3E-BA6E-3532F173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0DFAB-671D-4E5F-8EFA-568E4729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888ED-0E8C-49F7-9768-9918BE74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812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Toy model controllato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56840-1413-4F71-9B83-61C4850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Costruisco un mondo sintetico in cui conosco la vera matrice relazionale. Se FERM non funziona qui, il problema è strutturale.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38DDF-989A-4302-9211-FB20FCA0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69E58-ACFE-470A-85B7-265D619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58103-9758-4E1A-A694-B953DE4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Applicazione empirica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902D7-505E-49A7-817D-0CA8CC8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Sui dati veri non conosco la feature giusta. Valuto se GDP, SCI e altre feature aggiungono informazione rispetto a 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28564-7B82-464A-B3AF-906587E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37677-01B4-4A28-983A-6F3FF9F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42C8E-52E0-4C84-802A-6B43722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Nodo metodologico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F7655-9A4F-43B4-A567-5AFA294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La normalizzazione non è un dettaglio tecnico: determina la forza effettiva della feature dentro Sigma.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A5598-D17B-427F-95EC-FAE1403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9475C-3A4B-4A39-BCEC-55D676A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Tesi operativa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5CD96-B209-4622-8CA0-2B48A7F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24150"/>
            <a:ext cx="3762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Il toy model verifica che il meccanismo FERM può recuperare segnale relazionale quando la vera matrice Sigma è nota. Sui dati reali, invece, il risultato dipende soprattutto da quale informazione entra in Sigma e con quale scala.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A805C-2619-49DA-B161-993CD27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692710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6D174-CC81-4326-914D-7F48DB6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D1E10-1AE9-4111-A1A4-837741C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72F61-180A-473C-A76A-3BA893C6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0227F-2492-48F3-8837-636B55C5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51BCC-D5BB-4BE8-812E-C252E147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B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7BB9"/>
                </a:solidFill>
                <a:latin typeface="Aptos"/>
                <a:ea typeface="Aptos"/>
                <a:cs typeface="Aptos"/>
              </a:rPr>
              <a:t>CONTROLLED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141E-9361-4B4D-A6E1-F54D018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47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Nel toy model la vera matrice relazionale è nota, quindi possiamo testare FERM in modo pulito.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1A032-55D2-46DC-96DF-AE847504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984fbe8d348ea"/>
          <a:stretch xmlns:a="http://schemas.openxmlformats.org/drawingml/2006/main"/>
        </p:blipFill>
        <p:spPr>
          <a:xfrm xmlns:a="http://schemas.openxmlformats.org/drawingml/2006/main">
            <a:off x="647700" y="2286424"/>
            <a:ext cx="7086600" cy="276140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E6D2E-ED73-4261-A004-11E23F9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69360-60EC-4E5E-A9A8-F7615292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29EE7-80E1-4989-9167-CB1646B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Perché 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ADD1A-ADBC-4E0F-828A-33994599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Nei dati reali non sappiamo qual è la vera Sigma. Qui invece la conosco, genero i flussi da FERM, e chiedo se il modello riesce a recuperare il segnale.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07F63-BCEA-4F5F-932E-4BF34F7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3818A-6BFB-4816-ABF4-271D3A5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F1ED9-521C-4C59-96FA-B08E3B7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623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Cosa confronto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823B4-FC20-4FAF-A6C7-54270FAF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86175"/>
            <a:ext cx="2838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RM contro FERM con feature corretta, feature rumorosa, feature shuffled, feature random e anti-feature.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192A6-FBF9-4F60-BA8E-5A0AF7B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BFCC1-CB8A-4ACC-B22D-82531E2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B5193-6B47-472F-9536-89183EB7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05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5C81E-0A66-47E5-AC6B-2A7A3B8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29200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Sigma viene calibrato su dati sintetici di calibration; la valutazione finale è su test indipendente.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2D21D-56CE-49C0-8775-EF0CA7DE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21350757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9443A-1929-463E-966A-360B9866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7A138-8F38-434D-8280-57EA10D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766D1-7850-4787-A3D5-2CB5076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A7DE5-6027-46E7-915C-40C00AAD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71361-158E-4F50-9130-F921E1FF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A7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79B"/>
                </a:solidFill>
                <a:latin typeface="Aptos"/>
                <a:ea typeface="Aptos"/>
                <a:cs typeface="Aptos"/>
              </a:rPr>
              <a:t>TOY MODEL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BFE61-380E-4F89-BC0F-F1678EB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19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Quando il segnale relazionale esiste davvero, FERM lo recupera e lo usa meglio di 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521C9-04BF-4ADE-BF9D-BCB9F1A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334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d3851d8904c1d"/>
          <a:stretch xmlns:a="http://schemas.openxmlformats.org/drawingml/2006/main"/>
        </p:blipFill>
        <p:spPr>
          <a:xfrm xmlns:a="http://schemas.openxmlformats.org/drawingml/2006/main">
            <a:off x="628650" y="2394585"/>
            <a:ext cx="7181850" cy="227838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9BF0E-4CCB-4E10-9154-C34BFFFA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3190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85933ae5437f"/>
          <a:stretch xmlns:a="http://schemas.openxmlformats.org/drawingml/2006/main"/>
        </p:blipFill>
        <p:spPr>
          <a:xfrm xmlns:a="http://schemas.openxmlformats.org/drawingml/2006/main">
            <a:off x="8267700" y="1989030"/>
            <a:ext cx="3038475" cy="118449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18D5D-1A88-40F6-A44B-F9669284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3190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A84C7-C750-445E-82D7-8B0FB62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17F38-0E24-419E-97A5-0355834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790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Lettura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7DE74-C51F-4AA2-852A-7B49651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7908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La feature corretta vince; le versioni noisy degradano; shuffled/random quasi perdono il vantaggio; anti-feature peggiora.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69643-690B-4F2C-95DD-FB3D0745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Conclusione: il meccanismo FERM passa un sanity check controllato. Se sui dati reali il segnale è debole, il limite può essere feature/scaling, non necessariamente la struttura del modello.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70420-D325-421E-A74B-BF7DAAFF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235694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B46EC-06DD-475B-A681-8D0AA7D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3B544-2806-4407-8F36-668985B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30FD-7B8C-429B-9381-AEA576A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85AE-53E8-4FB7-A34B-B5A6A9AE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8C72-CCBA-40DE-A1D7-C82069E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B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7BB9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9BC72-D5D6-4BC5-A931-8714A552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Nel toy model sigma viene scelto su calibration, poi il modello è valutato su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2510F-69D5-42C7-AAD6-737D287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477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99c684d524750"/>
          <a:stretch xmlns:a="http://schemas.openxmlformats.org/drawingml/2006/main"/>
        </p:blipFill>
        <p:spPr>
          <a:xfrm xmlns:a="http://schemas.openxmlformats.org/drawingml/2006/main">
            <a:off x="1315024" y="1581150"/>
            <a:ext cx="8952352" cy="2562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80E82-668B-486C-AEFD-A285EA4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3352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E7BE4-0B2F-4385-8932-B07E768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8A542-2577-45D7-9D67-8EDC37E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Criterio principale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DCB79-BEB6-446A-8613-14B6B0B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Scelgo sigma minimizzando la codelength multinomiale sul calibration set: meno bit per migrante, migliore descrizione probabilistica.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767A7-ACF6-4DA6-A96F-B373ED9A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3352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28027-E4EF-45B2-A0F7-436A70B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287D2-FB55-4203-8AD8-C3EADB8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Controllo meccanistico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28600-6B11-4548-88A0-14254782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768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La feature relazionale corretta mantiene il vantaggio; random, shuffled e anti-feature perdono informazione.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A95F4-BE39-4D00-B058-39772E5C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81500"/>
            <a:ext cx="3352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EA2D3-D3BD-43C9-8A06-F949A5DC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815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C072D-C65F-4CB7-BC56-954F6E0A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Separazione pulita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377A5-E765-4721-B295-DF794257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Il test non entra nella scelta di sigma. Verifica solo se il segnale calibrato generalizza fuori campione.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E8B28-9E87-45ED-9B96-41F02F5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52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La calibrazione è quindi parte del modello, non un aggiustamento ex post: prima scelgo sigma, poi misuro la performance finale su dati non usati nella scelta.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1905-F80E-4DAB-8D64-6AC239DC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9433257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D68CE-D7BE-45D1-8FAE-CD9B98BD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757F-9106-4870-B842-B45938B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0E2C-5870-4580-939F-6B28674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ADCB1-EA66-4AFB-8AA6-BFFC0857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C1D9A-A517-405B-90FE-8457985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B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7BB9"/>
                </a:solidFill>
                <a:latin typeface="Aptos"/>
                <a:ea typeface="Aptos"/>
                <a:cs typeface="Aptos"/>
              </a:rPr>
              <a:t>EMPIRICAL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D3190-9A1E-4BFE-B866-4E6009A7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Sui dati reali il miglioramento esiste, ma è più misto e dipende molto dalla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30627-96B4-4B19-AAEE-FF37BEB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239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21d005d0944f1"/>
          <a:stretch xmlns:a="http://schemas.openxmlformats.org/drawingml/2006/main"/>
        </p:blipFill>
        <p:spPr>
          <a:xfrm xmlns:a="http://schemas.openxmlformats.org/drawingml/2006/main">
            <a:off x="2697159" y="1676400"/>
            <a:ext cx="2949582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40890-F4F5-43F8-A0B9-C3CBC03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57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4F7E2-EF36-465E-B48E-0FDC5DA2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BD476-D729-4B18-878D-65728795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Risultato empirico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51E1C-5572-492A-BB0A-CF3FC704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GDP-FERM è il segnale più stabile. Le feature relazionali aiutano alcune rotte, ma non dominano RM con la stessa chiarezza del toy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07720-D747-47E4-83E6-10E6D82F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257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CB24A-490E-4B09-83F3-F33638E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1A914-3B0E-40F0-A02C-BBF0AACA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Interpretazione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62550-6040-4F3A-A644-30113DFF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Questo non falsifica FERM: sui dati reali la feature vera non è nota, e la scala di Sigma diventa parte del modello.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8DC59-F184-40D6-9123-3BF451B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257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9D92D-D8DD-4903-936E-03D4C13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E45AD-E17C-4D99-8B14-3AD86F8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Rischio metodologico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CBC14-80ED-4544-ADD0-241BEB9A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 una feature migliora poco, può essere debole, rumorosa, normalizzata male, o combinata con pesi impliciti non controllati.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C8B66-0822-47AA-9A8A-B870F2F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4460258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9BCC2-C891-45B3-B3B3-A712C71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16BA-1894-4C3C-BB4C-2CABC0B5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CCB67-603E-4283-8AB9-CAEFA83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354B5-CBD9-4093-8724-EB7438C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B225A-7FC6-4906-827F-D64968C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NORMALIZATION BOTTLENECK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B9AB-27F7-4EB6-93AB-EC5E9244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La normalizzazione non è neutrale: cambia la forza effettiva della feature dentro Sigma.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99752-9130-4CB3-AB1A-6483C91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bca360053431d"/>
          <a:stretch xmlns:a="http://schemas.openxmlformats.org/drawingml/2006/main"/>
        </p:blipFill>
        <p:spPr>
          <a:xfrm xmlns:a="http://schemas.openxmlformats.org/drawingml/2006/main">
            <a:off x="1453259" y="1657350"/>
            <a:ext cx="3570482" cy="3086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5DC5B-ADB3-4FCB-97AE-9B584BE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23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7d0817927446d"/>
          <a:stretch xmlns:a="http://schemas.openxmlformats.org/drawingml/2006/main"/>
        </p:blipFill>
        <p:spPr>
          <a:xfrm xmlns:a="http://schemas.openxmlformats.org/drawingml/2006/main">
            <a:off x="6267450" y="2456459"/>
            <a:ext cx="5086350" cy="148788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CE3B3-F2B3-4135-B577-FED9A64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D662D-F2A5-485B-AF7F-194FC694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C9EC8-92F8-4FA3-8331-171AC780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Rischio di selezione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74EB8-ED40-4145-9614-D4E0212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Scegliere la normalizzazione che performa meglio rischia di diventare un livello nascosto di model selection.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C74C9-2DC9-4221-A147-855495FC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149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FCBED-A5F0-42F5-A90F-8FBF5872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14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3D40E-6E19-48C2-999A-5A49322F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863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Implicazione per GDP + SCI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C2639-828F-4226-9F91-67E95EE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10200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Sommo GDP e SCI solo se le loro scale sono comparabili. Altrimenti introduco pesi impliciti.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A726F-A34B-4C09-BB86-96FCACA6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17CE9-E604-417B-A28D-08AC398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277E2-CD0B-48AA-9361-02F7BB55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863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Regola da fissare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0FCCA-8602-4C8A-9E11-9422636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10200"/>
            <a:ext cx="2933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Serve una scelta a priori: scala off-diagonal comune, oppure pesi espliciti alpha/beta.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89DA8-8CD3-4892-9FAC-47637E77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0384540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50E3D-5100-4DFF-87FE-C8F23EB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74AAA-AC1F-4181-985F-6144A64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BB05B-1D6D-4A27-BAB8-CE38B09A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C1765-7236-4ED7-AC4F-1D33089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AED29-0C9C-4F1E-9246-8BBECB7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A7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79B"/>
                </a:solidFill>
                <a:latin typeface="Aptos"/>
                <a:ea typeface="Aptos"/>
                <a:cs typeface="Aptos"/>
              </a:rPr>
              <a:t>DESCRIPTION LENGTH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61099-A639-4F65-B6B5-8A8D39A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Nel codice la description length è calcolata come codelength multinomiale più costo del modello.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E868-45B3-44DA-801B-22E253A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243A2-6A27-4EBF-A66D-DEAC9F3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17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rPr>
              <a:t>p_ij^M = E_ij^M / sum_k E_ik^M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5B46-587F-4937-8B75-9DCBD81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873F4-E27F-472B-B855-85EBA0E8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531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rPr>
              <a:t>L(D | M) = - sum_i sum_j O_ij log2(p_ij^M)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0E6E2-C7AC-4758-AAD1-FDC0ED6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A4025-A629-4A85-8C1C-AC6E7D41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17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rPr>
              <a:t>L(D, M) = L(D | M) + L(M)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5F237-5EC6-49B4-A3EC-EE9AFA7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81FFC-7E70-4923-866C-9B224B1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B05C-EE57-410A-86C4-E0BCC9A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1 · Dati condizionati all'origine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06D5A-BB53-4744-943E-F7653B28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369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Il totale osservato in uscita da ogni origine è fissato. Il modello viene valutato su come redistribuisce quel totale sulle destinazioni.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B9345-1D0B-454B-AAE8-263F67ED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ED26D-C174-4600-8F0D-F45D7F8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2821E-68A9-482D-AE76-7C0193D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2 · Probabilità dal modello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98E4B-7314-4083-9CEE-AFCAB07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3695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Dalle predizioni attese E_ij ricavo p_ij normalizzando per origine. Questo rende RM e FERM confrontabili come modelli di scelta della destinazione.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B7DA9-BDBA-4D10-8BDF-04F2BA1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095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E6871-2618-4EA7-A64F-38CD404E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0383B-19DA-4B24-8E2F-C7AB3F3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3 · Costo del modello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1AE79-74A3-4AFB-AC71-7AC6B3FB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292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Nella versione strict includo scelta del modello, calibrazione di sigma sulla griglia, e costo della matrice Sigma: n² entries × b bits, con b=16 come assunzione di sensitività.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3AC75-F0AB-4C2A-82D0-DBD2FB78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Interpretazione: FERM è giustificato solo se la riduzione di L(D | M) supera il costo informativo aggiuntivo L(M).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2DAD7-6397-489A-AA28-AF8089E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9499096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AE6AC-950E-4EA9-9CCE-D1189CE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31A7D-F797-433A-B700-7010F2A0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444C5-0AA3-4CC3-B43A-C7D4970C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DF0FC-F429-41DB-9940-4744771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D5A75-6159-4EF3-9F81-1BEB9F4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A7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79B"/>
                </a:solidFill>
                <a:latin typeface="Aptos"/>
                <a:ea typeface="Aptos"/>
                <a:cs typeface="Aptos"/>
              </a:rPr>
              <a:t>MODEL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9A359-29D6-41A7-910A-5FA9C0B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Description length sposta la domanda: non solo “migliora?”, ma “vale il costo?”.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80F47-3D24-464A-8E33-861888CC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762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9069a0ed948fe"/>
          <a:stretch xmlns:a="http://schemas.openxmlformats.org/drawingml/2006/main"/>
        </p:blipFill>
        <p:spPr>
          <a:xfrm xmlns:a="http://schemas.openxmlformats.org/drawingml/2006/main">
            <a:off x="647700" y="2472088"/>
            <a:ext cx="6610350" cy="193287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D7179-7EA3-4ABC-9C73-91B0A601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8B690-894E-4B5E-A505-B953717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132"/>
                </a:solidFill>
                <a:latin typeface="Aptos Mono"/>
                <a:ea typeface="Aptos Mono"/>
                <a:cs typeface="Aptos Mono"/>
              </a:rPr>
              <a:t>L(D, M) = L(D | M) + L(M)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E6C6E-46E6-47B5-B127-05D51074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DE64A-AF63-465B-BD74-26BB18F7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D3285-DECE-4D32-848A-1D159A9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Perché conta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30509-BEA4-4FA2-ADB9-7492455A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312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RM è più semplice. FERM deve descrivere meglio i dati abbastanza da compensare Sigma, sigma e la scelta della feature.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DEE65-3D5F-4DAC-89A8-500D9E84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524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7B672-BBDA-494A-B0F7-B90B688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FC0B2-6E01-4726-B06E-66114342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Uso nel progetto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8B781-0311-4566-AA6F-84B514D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Se il guadagno in bits supera il costo informativo, allora anche un miglioramento moderato è metodologicamente difendibile.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83E5E-BDB9-4DDF-89DF-88F944E1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6840874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3AB77-12F1-4FCD-93CA-7A8C122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D9884-DEFF-4332-A700-B98DAA0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AAB55-12CC-4141-95D6-DC3FF930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C1148-6C4B-42E6-88BF-6AC52C82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346A0-0067-41AC-9CDD-A06CA07C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B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B7BB9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68C95-8D35-404C-B84A-D27B8419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2"/>
                </a:solidFill>
                <a:latin typeface="Aptos Display"/>
                <a:ea typeface="Aptos Display"/>
                <a:cs typeface="Aptos Display"/>
              </a:rPr>
              <a:t>Decisioni da prendere: normalizzazione, costo del modello, e prossimo esperimento controllato.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63850-5330-4D7F-ABA9-B5647F74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6E73-6277-4978-8954-68F52230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9B017-27C3-4C08-B9F0-D9D655F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1 · Fissare una normalizzazione principled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69CE0-DD65-4AF4-B181-E505CCA0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552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Opzione A: tutte le matrici su scala off-diagonal comune. Opzione B: trasformazioni feature-specific ma pesi espliciti alpha/beta.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B6A56-8FC6-4574-8518-04128492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73B59-051C-48EF-9F34-869B9EB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4BD56-0DA2-459F-94E9-64D9BAA5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2 · Usare description length come criterio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ACCA8-51BF-45FC-8ED5-DB6915C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552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Valutare RM e FERM con L(D|M)+L(M), includendo costo di sigma, scelta feature e costo/assunzione sulla matrice Sigma.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79CE6-45AE-4CEA-9C2D-6E9AC46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E5B6E-D7E7-4E65-BB54-6265931B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30276-E18D-4A1E-9747-81016675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3 · Rafforzare il toy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CD257-9590-4597-B7EB-0B89469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4552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Variare intensità del segnale, rumore, sparsità, dimensione network e vedere quando FERM recupera/non recupera la feature.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FA51F-0FAA-4260-99CE-86EBE937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123EB-E276-457C-AF07-4FF38DD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6E259-0F10-4422-81A9-20983EE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4 · Tornare ai dati reali con una pipeline bloccata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C2EF1-4A49-483C-8C3F-9C463E6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19550"/>
            <a:ext cx="4552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Una volta fissata la normalizzazione, rifare calibration/test e confrontare GDP, SCI, Abel e combinazioni senza cambiare regole a posteriori.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41332-3957-4FAE-84BE-E89AE2D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32"/>
                </a:solidFill>
                <a:latin typeface="Aptos"/>
                <a:ea typeface="Aptos"/>
                <a:cs typeface="Aptos"/>
              </a:rPr>
              <a:t>Sintesi: il toy model mostra che il meccanismo può funzionare; i dati reali mostrano che il collo di bottiglia è la rappresentazione empirica di Sigma.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F7D31-CC2A-4137-B775-9E0F9DF7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0"/>
                </a:solidFill>
                <a:latin typeface="Aptos"/>
                <a:ea typeface="Aptos"/>
                <a:cs typeface="Aptos"/>
              </a:rPr>
              <a:t>FERM project</a:t>
            </a:r>
          </a:p>
        </p:txBody>
      </p:sp>
    </p:spTree>
    <p:extLst>
      <p:ext uri="{BB962C8B-B14F-4D97-AF65-F5344CB8AC3E}">
        <p14:creationId xmlns:p14="http://schemas.microsoft.com/office/powerpoint/2010/main" val="1344184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2026-07-07T07:01:14.4090000Z</dcterms:created>
  <dcterms:modified xsi:type="dcterms:W3CDTF">2026-07-07T07:01:14.4090000Z</dcterms:modified>
</coreProperties>
</file>